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 · 论文 Table 2（6 类 query，准确率%）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行=论文测过的系统，列=6 类对抗 query + 平均；加粗=各列最优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Multi-Hop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Update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Ambig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Implicit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Temporal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Abstain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40.11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43.22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text-embedding-3-large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23.36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21.70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14.02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19.81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14.29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66.97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20.41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22.53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20.75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22.43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23.46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67.89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30.19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42.86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29.63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Hindsight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42.31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77.06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46.01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数据来源：GroupMemBench 原论文 Table 2。最强 Hindsight 46.01、BM25 43.22(第二) → 纯关键词检索逼近最强；记忆系统 Mem0 仅 25.73、Update 类灾难(Mem0 4.67)。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 · 论文 Table 4（9 类，0–1，GPT-4o-mini 作答）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上=参考上界；中=开源记忆框架；下=论文社交感知探针。MeanQ=按题加权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TS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MeanQ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LLM-MINI 全上下文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Uncompressed 检索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Graphiti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Cognee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Subject-Mem(探针)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SMG(探针)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数据来源：SocialMemBench 原论文 Table 4。开源记忆框架仅 0.12–0.18，远低于 Uncompressed 检索 0.345 与全上下文 0.369 → 现有记忆把社交结构线索抹掉了。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 · 论文 Table 4（GPT-4.1-mini 作答，准确率%）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召回(Single/Multi/Temp) · 元认知(Const/Proact/Update) · 画像(Style/Skill/Role) + 平均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Const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Proact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Style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Full Context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83.57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2.41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63.43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25.06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39.20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37.44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+MemoBase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12.85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36.77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30.60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29.59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38.78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55.40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6.33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66.17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52.46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51.87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22.73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+Zep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73.71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67.16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43.66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26.70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44.39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39.97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+MemOS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69.90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51.99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45.15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28.98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48.47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数据来源：EverMemBench 原论文 Table 4(GPT-4.1-mini 作答)。最强记忆 MemOS 仅 42.55；Multi-hop 召回灾难(2–19%)、记忆更新弱。另:Llama4 Full 40.18 / Gemini3-Flash Full 72.61(全上下文远超记忆系统)。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复现进度（DeepSeek 实测，2026-06-10）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四基线全量：Mem0 全场垫底；SocialMem 上图记忆反超</a:t>
            </a:r>
            <a:endParaRPr lang="en-US" sz="2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66928"/>
                <a:gridCol w="841248"/>
                <a:gridCol w="841248"/>
                <a:gridCol w="841248"/>
                <a:gridCol w="960120"/>
                <a:gridCol w="25786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关键发现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Mem0(论文同)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48.1%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59.0%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图记忆反超 BM25；Mem0 仍垫底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52.5%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19.9%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跑中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跑中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735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口径：二值 judge acc(非论文 0–1 MeanQ)；agent+judge 均 DeepSeek、16 并发；Mem0=并行无合并变体。⚠ HippoRAG top-10 passage=80 条原文，预算远大于他人(见下页审查)。GroupMem/EverMem 图记忆待跑。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3730752"/>
            <a:ext cx="8229600" cy="786384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730752"/>
            <a:ext cx="54864" cy="7863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3075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经口径审查后的结论：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Mem0 三场全垫底=稳健(摘要式记忆摧毁 speaker-grounding)；② HippoRAG「反超」是预算假象(BM25 同 80 条预算→57.3≈59)；③ A-MEM(48,同~10 预算)真实超 BM25@10(29)</a:t>
            </a:r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支撑 SpeakerMem-R1：Mem0 失败是核心动机，结构化记忆同预算下确有增益。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详细结果（SocialMemBench 1031 题，四基线全量）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9 类拆：Mem0 全垫底；HippoRAG/A-MEM 在归属·ToM·关系类大幅领先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  <a:gridCol w="1508760"/>
                <a:gridCol w="150876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类别(Q1–Q9)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Q1 单人召回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Q2 群体决策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24.7%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Q3 多人聚合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Q4 归属探针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Q5 ToM 揣测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Q6 群规vs个人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Q7 关系边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9.4%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Q8 时间漂移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Q9 离群成员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总体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48.1%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A5C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2628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口径审查(下页详)：</a:t>
            </a:r>
            <a:pPr indent="0" marL="0">
              <a:lnSpc>
                <a:spcPct val="104000"/>
              </a:lnSpc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 每类垫底=稳健；但 HippoRAG 高分含预算水分——BM25 同 80 条预算总体即 57.3≈HippoRAG 59，Q4/Q7/Q9 还反超。A-MEM(同~10 预算)超 BM25@10 才是真实增益。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Mem0 为何失效（重建两边检索内容归因）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BM25对/Mem0错 的题，看 Mem0 记忆里到底丢了什么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20700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字面值被摘要抹平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截止日 2025-07-18 → Mem0 记忆全是「谁负责审批」，无此日期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 +38.9 pt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73552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371600"/>
            <a:ext cx="54864" cy="120700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3" name="Text 11"/>
          <p:cNvSpPr/>
          <p:nvPr/>
        </p:nvSpPr>
        <p:spPr>
          <a:xfrm>
            <a:off x="3419856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属性-实体绑定断裂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19856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一堆日期没一条绑到「UX Approval 阶段」→ 张冠李戴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419856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3493008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多跳 +34.6 pt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6089904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9904" y="1371600"/>
            <a:ext cx="54864" cy="120700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说话人/归属丢失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36208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「谁反对圣诞日期」=Emeka；Mem0 只剩「谁要什么菜」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236208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Q4 归属 +55.0 pt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457200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724912"/>
            <a:ext cx="54864" cy="1207008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言语行为被丢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3504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「Bev 替 Cass 问素食」动作没了，只留高频观鸟话题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 ToM +34.8 pt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3273552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73552" y="2724912"/>
            <a:ext cx="54864" cy="120700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1" name="Text 29"/>
          <p:cNvSpPr/>
          <p:nvPr/>
        </p:nvSpPr>
        <p:spPr>
          <a:xfrm>
            <a:off x="3419856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关系边缺失+显著性偏置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419856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Priya–Lena 亲密关系→Mem0 答「无特定关系」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19856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3493008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Q7 关系 +20.4 pt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6089904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9904" y="2724912"/>
            <a:ext cx="54864" cy="1207008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37" name="Text 35"/>
          <p:cNvSpPr/>
          <p:nvPr/>
        </p:nvSpPr>
        <p:spPr>
          <a:xfrm>
            <a:off x="6236208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更新不追踪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36208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新旧合并做法并存，「当前做法」答成旧的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236208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知识更新 +17.8 pt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457200" y="41148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4114800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11480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 不是「检索差」，而是入库时 LLM 摘要把多方对话最关键的三样——精确字面值 / 说话人归属 / 人际关系——压缩没了。</a:t>
            </a:r>
            <a:pPr indent="0" marL="0">
              <a:lnSpc>
                <a:spcPct val="112000"/>
              </a:lnSpc>
              <a:buNone/>
            </a:pPr>
            <a:endParaRPr lang="en-US" sz="9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赢=逐字原文+全元数据不丢；HippoRAG/A-MEM 赢=建实体-关系图/笔记链接，保 who-said-what。</a:t>
            </a:r>
            <a:endParaRPr lang="en-US" sz="9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直接、可量化地论证 speaker-grounded 结构化记忆的必要。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SocialMem 口径审查：统一检索预算后的真实排序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三个论文都用 top-10 单条；统一后 HippoRAG 高分破灭、A-MEM 才是真增益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公平预算 top-10（该报的口径）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91056"/>
          <a:ext cx="42976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MeanQ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 (~10 note)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48.1%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0.339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(10 turn)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0.234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 (~8)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22.9%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0.184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(10 mem)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0.093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101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78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真实排序 A-MEM &gt; BM25 &gt; HippoRAG &gt; Mem0。</a:t>
            </a:r>
            <a:pPr indent="0" marL="0">
              <a:lnSpc>
                <a:spcPct val="106000"/>
              </a:lnSpc>
              <a:buNone/>
            </a:pPr>
            <a:r>
              <a:rPr lang="en-US" sz="78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A-MEM 同预算大幅超 BM25 = 结构化记忆真增益(语义note+富化)；Mem0 全口径垫底。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4663440" y="13350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预算敏感性：HippoRAG 的 59 全靠 80 条原文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63440" y="1609344"/>
            <a:ext cx="4297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609344"/>
            <a:ext cx="54864" cy="3840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Text 8"/>
          <p:cNvSpPr/>
          <p:nvPr/>
        </p:nvSpPr>
        <p:spPr>
          <a:xfrm>
            <a:off x="4791456" y="16093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@10 条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8046720" y="1609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28.6%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2066544"/>
            <a:ext cx="42976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066544"/>
            <a:ext cx="54864" cy="384048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5" name="Text 12"/>
          <p:cNvSpPr/>
          <p:nvPr/>
        </p:nvSpPr>
        <p:spPr>
          <a:xfrm>
            <a:off x="4791456" y="20665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@80 条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8046720" y="2066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57.3%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2523744"/>
            <a:ext cx="4297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63440" y="2523744"/>
            <a:ext cx="54864" cy="3840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6"/>
          <p:cNvSpPr/>
          <p:nvPr/>
        </p:nvSpPr>
        <p:spPr>
          <a:xfrm>
            <a:off x="4791456" y="25237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HippoRAG @80 条(10pass)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8046720" y="2523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59.0%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63440" y="2980944"/>
            <a:ext cx="42976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663440" y="2980944"/>
            <a:ext cx="54864" cy="384048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3" name="Text 20"/>
          <p:cNvSpPr/>
          <p:nvPr/>
        </p:nvSpPr>
        <p:spPr>
          <a:xfrm>
            <a:off x="4791456" y="29809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HippoRAG @8 条(公平)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8046720" y="29809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22.9%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663440" y="351129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i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@10→@80 几乎翻倍并追平 HippoRAG；HippoRAG 压到公平预算反跌破 BM25 → 图谱没加分。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8229600" cy="86868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23360"/>
            <a:ext cx="54864" cy="8686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40233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三条铁律：</a:t>
            </a:r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跨 baseline 统一检索预算=top-10 单条(三论文皆然)；② 报论文 MeanQ/MeanN(非二值 acc)、最好用论文同款 judge；③ 不能声称超过论文方法。</a:t>
            </a:r>
            <a:pPr indent="0" marL="0">
              <a:lnSpc>
                <a:spcPct val="112000"/>
              </a:lnSpc>
              <a:buNone/>
            </a:pPr>
            <a:endParaRPr lang="en-US" sz="8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能立的结论：Mem0 摘要式记忆全口径垫底(核心 motivation)；A-MEM 同预算优于 BM25 = 结构化记忆有效的真证据。</a:t>
            </a:r>
            <a:endParaRPr lang="en-US" sz="860" dirty="0"/>
          </a:p>
        </p:txBody>
      </p:sp>
      <p:sp>
        <p:nvSpPr>
          <p:cNvPr id="29" name="Text 2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2026-06-10T14:42:30Z</dcterms:created>
  <dcterms:modified xsi:type="dcterms:W3CDTF">2026-06-10T14:42:30Z</dcterms:modified>
</cp:coreProperties>
</file>